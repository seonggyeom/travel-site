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1" saveSubsetFonts="1">
  <p:sldMasterIdLst>
    <p:sldMasterId id="2147483670" r:id="rId26"/>
  </p:sldMasterIdLst>
  <p:notesMasterIdLst>
    <p:notesMasterId r:id="rId28"/>
  </p:notesMasterIdLst>
  <p:sldIdLst>
    <p:sldId id="256" r:id="rId30"/>
    <p:sldId id="265" r:id="rId32"/>
    <p:sldId id="258" r:id="rId33"/>
    <p:sldId id="260" r:id="rId34"/>
    <p:sldId id="261" r:id="rId35"/>
    <p:sldId id="262" r:id="rId36"/>
    <p:sldId id="268" r:id="rId37"/>
    <p:sldId id="267" r:id="rId3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0">
          <p15:clr>
            <a:srgbClr val="A4A3A4"/>
          </p15:clr>
        </p15:guide>
        <p15:guide id="2" pos="2878" userDrawn="0">
          <p15:clr>
            <a:srgbClr val="A4A3A4"/>
          </p15:clr>
        </p15:guide>
      </p15:sldGuideLst>
    </p:ext>
  </p:extLst>
  <p:embeddedFontLst>
    <p:embeddedFont>
      <p:font typeface="TDTD순고딕" panose="020B0600000101010101" pitchFamily="0" charset="-127">
        <p:regular r:id="rId1"/>
      </p:font>
    </p:embeddedFont>
    <p:embeddedFont>
      <p:font typeface="Tlab 레트로라이프" panose="020B0600000101010101" pitchFamily="0" charset="-127">
        <p:regular r:id="rId14"/>
      </p:font>
    </p:embeddedFont>
    <p:embeddedFont>
      <p:font typeface="Tlab 레트로라이프 Bold" panose="020B0600000101010101" pitchFamily="0" charset="-127">
        <p:regular r:id="rId12"/>
      </p:font>
    </p:embeddedFont>
    <p:embeddedFont>
      <p:font typeface="Poppins" panose="00000500000000000000" pitchFamily="2" charset="0">
        <p:regular r:id="rId9"/>
        <p:bold r:id="rId6"/>
        <p:italic r:id="rId2"/>
        <p:boldItalic r:id="rId13"/>
      </p:font>
    </p:embeddedFont>
    <p:embeddedFont>
      <p:font typeface="맑은 고딕" panose="020B0503020000020004" pitchFamily="50" charset="-127">
        <p:regular r:id="rId10"/>
        <p:bold r:id="rId5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1DD4F-ECEB-46AC-AAA4-22239F47FFBE}" v="54" dt="2025-06-08T10:20:46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1" snapToObjects="1">
      <p:cViewPr varScale="1">
        <p:scale>
          <a:sx n="70" d="100"/>
          <a:sy n="70" d="100"/>
        </p:scale>
        <p:origin x="810" y="78"/>
      </p:cViewPr>
      <p:guideLst>
        <p:guide orient="horz" pos="215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6.fntdata"></Relationship><Relationship Id="rId3" Type="http://schemas.microsoft.com/office/2015/10/relationships/revisionInfo" Target="revisionInfo.xml"></Relationship><Relationship Id="rId4" Type="http://schemas.openxmlformats.org/officeDocument/2006/relationships/customXml" Target="../customXml/item3.xml"></Relationship><Relationship Id="rId5" Type="http://schemas.openxmlformats.org/officeDocument/2006/relationships/font" Target="fonts/font9.fntdata"></Relationship><Relationship Id="rId6" Type="http://schemas.openxmlformats.org/officeDocument/2006/relationships/font" Target="fonts/font5.fntdata"></Relationship><Relationship Id="rId7" Type="http://schemas.openxmlformats.org/officeDocument/2006/relationships/tableStyles" Target="tableStyles.xml"></Relationship><Relationship Id="rId8" Type="http://schemas.openxmlformats.org/officeDocument/2006/relationships/customXml" Target="../customXml/item2.xml"></Relationship><Relationship Id="rId9" Type="http://schemas.openxmlformats.org/officeDocument/2006/relationships/font" Target="fonts/font4.fntdata"></Relationship><Relationship Id="rId10" Type="http://schemas.openxmlformats.org/officeDocument/2006/relationships/font" Target="fonts/font8.fntdata"></Relationship><Relationship Id="rId11" Type="http://schemas.openxmlformats.org/officeDocument/2006/relationships/customXml" Target="../customXml/item1.xml"></Relationship><Relationship Id="rId12" Type="http://schemas.openxmlformats.org/officeDocument/2006/relationships/font" Target="fonts/font3.fntdata"></Relationship><Relationship Id="rId13" Type="http://schemas.openxmlformats.org/officeDocument/2006/relationships/font" Target="fonts/font7.fntdata"></Relationship><Relationship Id="rId14" Type="http://schemas.openxmlformats.org/officeDocument/2006/relationships/font" Target="fonts/font2.fntdata"></Relationship><Relationship Id="rId26" Type="http://schemas.openxmlformats.org/officeDocument/2006/relationships/slideMaster" Target="slideMasters/slideMaster1.xml"></Relationship><Relationship Id="rId27" Type="http://schemas.openxmlformats.org/officeDocument/2006/relationships/theme" Target="theme/theme1.xml"></Relationship><Relationship Id="rId28" Type="http://schemas.openxmlformats.org/officeDocument/2006/relationships/notesMaster" Target="notesMasters/notesMaster1.xml"></Relationship><Relationship Id="rId30" Type="http://schemas.openxmlformats.org/officeDocument/2006/relationships/slide" Target="slides/slide1.xml"></Relationship><Relationship Id="rId32" Type="http://schemas.openxmlformats.org/officeDocument/2006/relationships/slide" Target="slides/slide2.xml"></Relationship><Relationship Id="rId33" Type="http://schemas.openxmlformats.org/officeDocument/2006/relationships/slide" Target="slides/slide3.xml"></Relationship><Relationship Id="rId34" Type="http://schemas.openxmlformats.org/officeDocument/2006/relationships/slide" Target="slides/slide4.xml"></Relationship><Relationship Id="rId35" Type="http://schemas.openxmlformats.org/officeDocument/2006/relationships/slide" Target="slides/slide5.xml"></Relationship><Relationship Id="rId36" Type="http://schemas.openxmlformats.org/officeDocument/2006/relationships/slide" Target="slides/slide6.xml"></Relationship><Relationship Id="rId37" Type="http://schemas.openxmlformats.org/officeDocument/2006/relationships/slide" Target="slides/slide7.xml"></Relationship><Relationship Id="rId38" Type="http://schemas.openxmlformats.org/officeDocument/2006/relationships/slide" Target="slides/slide8.xml"></Relationship><Relationship Id="rId39" Type="http://schemas.openxmlformats.org/officeDocument/2006/relationships/viewProps" Target="viewProps.xml"></Relationship><Relationship Id="rId40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B1370-4A88-4AB3-9F7D-F033416281ED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331BF-EAD5-4D6D-8E98-98169719B6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49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31BF-EAD5-4D6D-8E98-98169719B6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044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.xml"></Relationship><Relationship Id="rId1" Type="http://schemas.openxmlformats.org/officeDocument/2006/relationships/slideLayout" Target="../slideLayouts/slideLayout7.xml"></Relationship><Relationship Id="rId6" Type="http://schemas.openxmlformats.org/officeDocument/2006/relationships/image" Target="../media/image4.svg"></Relationship><Relationship Id="rId5" Type="http://schemas.openxmlformats.org/officeDocument/2006/relationships/image" Target="../media/image3.png"></Relationship><Relationship Id="rId4" Type="http://schemas.openxmlformats.org/officeDocument/2006/relationships/image" Target="../media/image2.svg"></Relationship></Relationships>
</file>

<file path=ppt/slides/_rels/slide2.xml.rels><?xml version="1.0" encoding="UTF-8"?>
<Relationships xmlns="http://schemas.openxmlformats.org/package/2006/relationships"><Relationship Id="rId8" Type="http://schemas.openxmlformats.org/officeDocument/2006/relationships/image" Target="../media/image20.png"></Relationship><Relationship Id="rId3" Type="http://schemas.openxmlformats.org/officeDocument/2006/relationships/image" Target="../media/image2.svg"></Relationship><Relationship Id="rId7" Type="http://schemas.openxmlformats.org/officeDocument/2006/relationships/image" Target="../media/image19.svg"></Relationship><Relationship Id="rId2" Type="http://schemas.openxmlformats.org/officeDocument/2006/relationships/image" Target="../media/image1.png"></Relationship><Relationship Id="rId6" Type="http://schemas.openxmlformats.org/officeDocument/2006/relationships/image" Target="../media/image18.png"></Relationship><Relationship Id="rId11" Type="http://schemas.openxmlformats.org/officeDocument/2006/relationships/image" Target="../media/image23.svg"></Relationship><Relationship Id="rId5" Type="http://schemas.openxmlformats.org/officeDocument/2006/relationships/image" Target="../media/image4.svg"></Relationship><Relationship Id="rId10" Type="http://schemas.openxmlformats.org/officeDocument/2006/relationships/image" Target="../media/image22.png"></Relationship><Relationship Id="rId4" Type="http://schemas.openxmlformats.org/officeDocument/2006/relationships/image" Target="../media/image3.png"></Relationship><Relationship Id="rId9" Type="http://schemas.openxmlformats.org/officeDocument/2006/relationships/image" Target="../media/image21.svg"></Relationship><Relationship Id="rId12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3" Type="http://schemas.openxmlformats.org/officeDocument/2006/relationships/image" Target="../media/image2.svg"></Relationship><Relationship Id="rId2" Type="http://schemas.openxmlformats.org/officeDocument/2006/relationships/image" Target="../media/image1.png"></Relationship><Relationship Id="rId5" Type="http://schemas.openxmlformats.org/officeDocument/2006/relationships/image" Target="../media/image4.svg"></Relationship><Relationship Id="rId4" Type="http://schemas.openxmlformats.org/officeDocument/2006/relationships/image" Target="../media/image3.png"></Relationship><Relationship Id="rId6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8" Type="http://schemas.openxmlformats.org/officeDocument/2006/relationships/image" Target="../media/image7.png"></Relationship><Relationship Id="rId3" Type="http://schemas.openxmlformats.org/officeDocument/2006/relationships/image" Target="../media/image2.svg"></Relationship><Relationship Id="rId7" Type="http://schemas.openxmlformats.org/officeDocument/2006/relationships/image" Target="../media/image6.png"></Relationship><Relationship Id="rId2" Type="http://schemas.openxmlformats.org/officeDocument/2006/relationships/image" Target="../media/image1.png"></Relationship><Relationship Id="rId5" Type="http://schemas.openxmlformats.org/officeDocument/2006/relationships/image" Target="../media/image4.svg"></Relationship><Relationship Id="rId4" Type="http://schemas.openxmlformats.org/officeDocument/2006/relationships/image" Target="../media/image3.png"></Relationship><Relationship Id="rId9" Type="http://schemas.openxmlformats.org/officeDocument/2006/relationships/image" Target="../media/fImage200151828141.png"></Relationship><Relationship Id="rId10" Type="http://schemas.openxmlformats.org/officeDocument/2006/relationships/slideLayout" Target="../slideLayouts/slideLayout7.xml"></Relationship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?>
<Relationships xmlns="http://schemas.openxmlformats.org/package/2006/relationships"><Relationship Id="rId8" Type="http://schemas.openxmlformats.org/officeDocument/2006/relationships/image" Target="../media/image13.png"></Relationship><Relationship Id="rId3" Type="http://schemas.openxmlformats.org/officeDocument/2006/relationships/image" Target="../media/image2.svg"></Relationship><Relationship Id="rId7" Type="http://schemas.openxmlformats.org/officeDocument/2006/relationships/image" Target="../media/image12.svg"></Relationship><Relationship Id="rId12" Type="http://schemas.openxmlformats.org/officeDocument/2006/relationships/image" Target="../media/image17.png"></Relationship><Relationship Id="rId2" Type="http://schemas.openxmlformats.org/officeDocument/2006/relationships/image" Target="../media/image1.png"></Relationship><Relationship Id="rId6" Type="http://schemas.openxmlformats.org/officeDocument/2006/relationships/image" Target="../media/image11.png"></Relationship><Relationship Id="rId11" Type="http://schemas.openxmlformats.org/officeDocument/2006/relationships/image" Target="../media/image16.png"></Relationship><Relationship Id="rId5" Type="http://schemas.openxmlformats.org/officeDocument/2006/relationships/image" Target="../media/image4.svg"></Relationship><Relationship Id="rId10" Type="http://schemas.openxmlformats.org/officeDocument/2006/relationships/image" Target="../media/image15.png"></Relationship><Relationship Id="rId4" Type="http://schemas.openxmlformats.org/officeDocument/2006/relationships/image" Target="../media/image3.png"></Relationship><Relationship Id="rId9" Type="http://schemas.openxmlformats.org/officeDocument/2006/relationships/image" Target="../media/image14.png"></Relationship><Relationship Id="rId13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1.png"></Relationship><Relationship Id="rId3" Type="http://schemas.openxmlformats.org/officeDocument/2006/relationships/hyperlink" Target="http://travelsite.dothome.co.kr/index.html" TargetMode="External"></Relationship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3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1031875"/>
            <a:ext cx="297537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 dirty="0">
                <a:solidFill>
                  <a:srgbClr val="485849"/>
                </a:solidFill>
                <a:latin typeface="Poppins"/>
                <a:ea typeface="Poppins"/>
                <a:cs typeface="Poppins"/>
                <a:sym typeface="Poppins"/>
              </a:rPr>
              <a:t>TEAM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31975" y="6297388"/>
            <a:ext cx="9127910" cy="1348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15"/>
              </a:lnSpc>
            </a:pPr>
            <a:r>
              <a:rPr lang="ko-KR" altLang="en-US" sz="7796" spc="-163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한국 </a:t>
            </a:r>
            <a:r>
              <a:rPr lang="en-US" altLang="ko-KR" sz="7796" spc="-163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17</a:t>
            </a:r>
            <a:r>
              <a:rPr lang="ko-KR" altLang="en-US" sz="7796" spc="-163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 지역 탐험</a:t>
            </a:r>
            <a:endParaRPr lang="en-US" sz="7796" spc="-163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993511" y="2171305"/>
            <a:ext cx="11888363" cy="4132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40"/>
              </a:lnSpc>
            </a:pPr>
            <a:r>
              <a:rPr lang="ko-KR" altLang="en-US" sz="11743" dirty="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한국 곳곳의 매력을 만나다</a:t>
            </a:r>
            <a:endParaRPr lang="en-US" sz="11743" dirty="0">
              <a:solidFill>
                <a:srgbClr val="8CB791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125075" y="7993942"/>
            <a:ext cx="2842313" cy="105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20221060 </a:t>
            </a:r>
            <a:r>
              <a:rPr lang="ko-KR" altLang="en-US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김성겸</a:t>
            </a:r>
            <a:br>
              <a:rPr lang="en-US" altLang="ko-KR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</a:br>
            <a:r>
              <a:rPr lang="en-US" altLang="ko-KR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20240849 </a:t>
            </a:r>
            <a:r>
              <a:rPr lang="ko-KR" altLang="en-US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이희준</a:t>
            </a:r>
            <a:br>
              <a:rPr lang="en-US" altLang="ko-KR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</a:br>
            <a:r>
              <a:rPr lang="en-US" altLang="ko-KR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20240798 </a:t>
            </a:r>
            <a:r>
              <a:rPr lang="ko-KR" altLang="en-US" sz="2000" spc="-42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박현정</a:t>
            </a:r>
            <a:endParaRPr lang="en-US" sz="2000" spc="-42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5745" y="-62865"/>
            <a:ext cx="20846415" cy="10455910"/>
            <a:chOff x="-1515745" y="-62865"/>
            <a:chExt cx="20846415" cy="10455910"/>
          </a:xfrm>
        </p:grpSpPr>
        <p:sp>
          <p:nvSpPr>
            <p:cNvPr id="3" name="Freeform 3"/>
            <p:cNvSpPr/>
            <p:nvPr/>
          </p:nvSpPr>
          <p:spPr>
            <a:xfrm>
              <a:off x="-151574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70078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89698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409319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1574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70078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9698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09319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440" y="838835"/>
            <a:ext cx="16326485" cy="8681720"/>
            <a:chOff x="980440" y="838835"/>
            <a:chExt cx="16326485" cy="8681720"/>
          </a:xfrm>
        </p:grpSpPr>
        <p:grpSp>
          <p:nvGrpSpPr>
            <p:cNvPr id="12" name="Group 12"/>
            <p:cNvGrpSpPr/>
            <p:nvPr/>
          </p:nvGrpSpPr>
          <p:grpSpPr>
            <a:xfrm>
              <a:off x="1076960" y="948690"/>
              <a:ext cx="16230600" cy="8571230"/>
              <a:chOff x="1076960" y="948690"/>
              <a:chExt cx="16230600" cy="85712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76960" y="948690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6960" y="76835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80440" y="838835"/>
              <a:ext cx="16230600" cy="8571230"/>
              <a:chOff x="980440" y="838835"/>
              <a:chExt cx="16230600" cy="85712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80440" y="838835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0440" y="65786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060" y="231140"/>
            <a:ext cx="1136650" cy="1169035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239895" y="1410970"/>
            <a:ext cx="10654665" cy="124460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9799"/>
              </a:lnSpc>
              <a:buFontTx/>
              <a:buNone/>
            </a:pPr>
            <a:r>
              <a:rPr lang="ko-KR" altLang="en-US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팀원</a:t>
            </a:r>
            <a:r>
              <a:rPr lang="ko-KR" altLang="en-US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 </a:t>
            </a:r>
            <a:r>
              <a:rPr lang="ko-KR" altLang="en-US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소개</a:t>
            </a:r>
            <a:endParaRPr lang="ko-KR" altLang="en-US" sz="6995">
              <a:solidFill>
                <a:srgbClr val="485849"/>
              </a:solidFill>
              <a:latin typeface="Tlab 레트로라이프" charset="0"/>
              <a:ea typeface="Tlab 레트로라이프" charset="0"/>
              <a:cs typeface="Tlab 레트로라이프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22450" y="988695"/>
            <a:ext cx="2048510" cy="1840865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14491"/>
              </a:lnSpc>
              <a:buFontTx/>
              <a:buNone/>
            </a:pPr>
            <a:r>
              <a:rPr lang="en-US" sz="10350" b="1">
                <a:solidFill>
                  <a:srgbClr val="8CB791">
                    <a:alpha val="73005"/>
                  </a:srgbClr>
                </a:solidFill>
                <a:latin typeface="Tlab 레트로라이프 Bold" charset="0"/>
                <a:ea typeface="Tlab 레트로라이프 Bold" charset="0"/>
                <a:cs typeface="Tlab 레트로라이프 Bold" charset="0"/>
              </a:rPr>
              <a:t>0</a:t>
            </a:r>
            <a:r>
              <a:rPr lang="ko-KR" sz="10350" b="1">
                <a:solidFill>
                  <a:srgbClr val="8CB791">
                    <a:alpha val="73005"/>
                  </a:srgbClr>
                </a:solidFill>
                <a:latin typeface="Tlab 레트로라이프 Bold" charset="0"/>
                <a:ea typeface="Tlab 레트로라이프 Bold" charset="0"/>
                <a:cs typeface="Tlab 레트로라이프 Bold" charset="0"/>
              </a:rPr>
              <a:t>0</a:t>
            </a:r>
            <a:endParaRPr lang="ko-KR" altLang="en-US" sz="10350" b="1">
              <a:solidFill>
                <a:srgbClr val="8CB791">
                  <a:alpha val="73005"/>
                </a:srgbClr>
              </a:solidFill>
              <a:latin typeface="Tlab 레트로라이프 Bold" charset="0"/>
              <a:ea typeface="Tlab 레트로라이프 Bold" charset="0"/>
              <a:cs typeface="Tlab 레트로라이프 Bold" charset="0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2992120" y="4038600"/>
            <a:ext cx="3775710" cy="972820"/>
            <a:chOff x="2992120" y="4038600"/>
            <a:chExt cx="3775710" cy="972820"/>
          </a:xfrm>
        </p:grpSpPr>
        <p:grpSp>
          <p:nvGrpSpPr>
            <p:cNvPr id="22" name="Group 22"/>
            <p:cNvGrpSpPr/>
            <p:nvPr/>
          </p:nvGrpSpPr>
          <p:grpSpPr>
            <a:xfrm>
              <a:off x="2992120" y="4144010"/>
              <a:ext cx="3689350" cy="868045"/>
              <a:chOff x="2992120" y="4144010"/>
              <a:chExt cx="3689350" cy="86804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992120" y="4144010"/>
                <a:ext cx="3689350" cy="868045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992120" y="3963035"/>
                <a:ext cx="3689350" cy="104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078480" y="4038600"/>
              <a:ext cx="3689350" cy="868045"/>
              <a:chOff x="3078480" y="4038600"/>
              <a:chExt cx="3689350" cy="86804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078480" y="4038600"/>
                <a:ext cx="3689350" cy="868045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B1CCB4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078480" y="3857625"/>
                <a:ext cx="3689350" cy="104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3015615" y="7292975"/>
            <a:ext cx="3775710" cy="972820"/>
            <a:chOff x="3015615" y="7292975"/>
            <a:chExt cx="3775710" cy="972820"/>
          </a:xfrm>
        </p:grpSpPr>
        <p:grpSp>
          <p:nvGrpSpPr>
            <p:cNvPr id="29" name="Group 29"/>
            <p:cNvGrpSpPr/>
            <p:nvPr/>
          </p:nvGrpSpPr>
          <p:grpSpPr>
            <a:xfrm>
              <a:off x="3015615" y="7397750"/>
              <a:ext cx="3689350" cy="868045"/>
              <a:chOff x="3015615" y="7397750"/>
              <a:chExt cx="3689350" cy="86804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3015615" y="7397750"/>
                <a:ext cx="3689350" cy="868045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15615" y="7217410"/>
                <a:ext cx="3689350" cy="104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101975" y="7292975"/>
              <a:ext cx="3689350" cy="868045"/>
              <a:chOff x="3101975" y="7292975"/>
              <a:chExt cx="3689350" cy="86804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101975" y="7292975"/>
                <a:ext cx="3689350" cy="868045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658C6A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101975" y="7112000"/>
                <a:ext cx="3689350" cy="104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2992120" y="5710555"/>
            <a:ext cx="3689350" cy="868045"/>
            <a:chOff x="2992120" y="5710555"/>
            <a:chExt cx="3689350" cy="868045"/>
          </a:xfrm>
        </p:grpSpPr>
        <p:sp>
          <p:nvSpPr>
            <p:cNvPr id="36" name="Freeform 36"/>
            <p:cNvSpPr/>
            <p:nvPr/>
          </p:nvSpPr>
          <p:spPr>
            <a:xfrm>
              <a:off x="2992120" y="5710555"/>
              <a:ext cx="3689350" cy="868045"/>
            </a:xfrm>
            <a:custGeom>
              <a:avLst/>
              <a:gdLst/>
              <a:ahLst/>
              <a:cxnLst/>
              <a:rect l="l" t="t" r="r" b="b"/>
              <a:pathLst>
                <a:path w="971712" h="228549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92120" y="5529580"/>
              <a:ext cx="3689350" cy="104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078480" y="5605145"/>
            <a:ext cx="3689350" cy="868045"/>
            <a:chOff x="3078480" y="5605145"/>
            <a:chExt cx="3689350" cy="868045"/>
          </a:xfrm>
        </p:grpSpPr>
        <p:sp>
          <p:nvSpPr>
            <p:cNvPr id="39" name="Freeform 39"/>
            <p:cNvSpPr/>
            <p:nvPr/>
          </p:nvSpPr>
          <p:spPr>
            <a:xfrm>
              <a:off x="3078480" y="5605145"/>
              <a:ext cx="3689350" cy="868045"/>
            </a:xfrm>
            <a:custGeom>
              <a:avLst/>
              <a:gdLst/>
              <a:ahLst/>
              <a:cxnLst/>
              <a:rect l="l" t="t" r="r" b="b"/>
              <a:pathLst>
                <a:path w="971712" h="228549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78480" y="5424170"/>
              <a:ext cx="3689350" cy="104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7134225" y="4162425"/>
            <a:ext cx="868680" cy="725170"/>
          </a:xfrm>
          <a:custGeom>
            <a:avLst/>
            <a:gdLst/>
            <a:ahLst/>
            <a:cxnLst/>
            <a:rect l="l" t="t" r="r" b="b"/>
            <a:pathLst>
              <a:path w="868780" h="725170">
                <a:moveTo>
                  <a:pt x="0" y="0"/>
                </a:moveTo>
                <a:lnTo>
                  <a:pt x="868780" y="0"/>
                </a:lnTo>
                <a:lnTo>
                  <a:pt x="868780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2" name="Freeform 42"/>
          <p:cNvSpPr/>
          <p:nvPr/>
        </p:nvSpPr>
        <p:spPr>
          <a:xfrm>
            <a:off x="7217410" y="5676900"/>
            <a:ext cx="731520" cy="842645"/>
          </a:xfrm>
          <a:custGeom>
            <a:avLst/>
            <a:gdLst/>
            <a:ahLst/>
            <a:cxnLst/>
            <a:rect l="l" t="t" r="r" b="b"/>
            <a:pathLst>
              <a:path w="731399" h="842617">
                <a:moveTo>
                  <a:pt x="0" y="0"/>
                </a:moveTo>
                <a:lnTo>
                  <a:pt x="731398" y="0"/>
                </a:lnTo>
                <a:lnTo>
                  <a:pt x="731398" y="842617"/>
                </a:lnTo>
                <a:lnTo>
                  <a:pt x="0" y="842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3351530" y="4185285"/>
            <a:ext cx="316420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ko-KR" alt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김성겸</a:t>
            </a:r>
            <a:endParaRPr lang="en-US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241675" y="5769610"/>
            <a:ext cx="343979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ko-KR" alt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이희준</a:t>
            </a:r>
            <a:endParaRPr lang="en-US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813800" y="4114800"/>
            <a:ext cx="6233160" cy="39116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79"/>
              </a:lnSpc>
              <a:buFontTx/>
              <a:buNone/>
            </a:pP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전체적인 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프로젝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트 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관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리 및 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js기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능 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구</a:t>
            </a:r>
            <a:r>
              <a:rPr lang="ko-KR" sz="2195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현</a:t>
            </a:r>
            <a:endParaRPr lang="ko-KR" altLang="en-US" sz="2195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307715" y="7457440"/>
            <a:ext cx="330771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ko-KR" alt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박현정</a:t>
            </a:r>
            <a:endParaRPr lang="en-US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790305" y="5688330"/>
            <a:ext cx="6506845" cy="39116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79"/>
              </a:lnSpc>
              <a:buFontTx/>
              <a:buNone/>
            </a:pPr>
            <a:r>
              <a:rPr lang="ko-KR" sz="219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지역 소개 페이지의 콘텐츠 구성</a:t>
            </a:r>
            <a:r>
              <a:rPr lang="ko-KR" sz="219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,</a:t>
            </a:r>
            <a:r>
              <a:rPr lang="ko-KR" sz="219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 CSS 디자인</a:t>
            </a:r>
            <a:endParaRPr lang="ko-KR" altLang="en-US" sz="219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</p:txBody>
      </p:sp>
      <p:sp>
        <p:nvSpPr>
          <p:cNvPr id="48" name="TextBox 48"/>
          <p:cNvSpPr txBox="1">
            <a:spLocks/>
          </p:cNvSpPr>
          <p:nvPr/>
        </p:nvSpPr>
        <p:spPr>
          <a:xfrm rot="0">
            <a:off x="8896350" y="7386955"/>
            <a:ext cx="6233795" cy="39116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79"/>
              </a:lnSpc>
              <a:buFontTx/>
              <a:buNone/>
            </a:pPr>
            <a:r>
              <a:rPr lang="ko-KR" sz="219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메인 페이지의 구조 설계와 스타일링</a:t>
            </a:r>
            <a:endParaRPr lang="ko-KR" altLang="en-US" sz="219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7217410" y="7397115"/>
            <a:ext cx="791210" cy="692150"/>
            <a:chOff x="7217410" y="7397115"/>
            <a:chExt cx="791210" cy="692150"/>
          </a:xfrm>
        </p:grpSpPr>
        <p:sp>
          <p:nvSpPr>
            <p:cNvPr id="50" name="Freeform 50"/>
            <p:cNvSpPr/>
            <p:nvPr/>
          </p:nvSpPr>
          <p:spPr>
            <a:xfrm>
              <a:off x="7217410" y="7397115"/>
              <a:ext cx="791210" cy="692150"/>
            </a:xfrm>
            <a:custGeom>
              <a:avLst/>
              <a:gdLst/>
              <a:ahLst/>
              <a:cxnLst/>
              <a:rect l="l" t="t" r="r" b="b"/>
              <a:pathLst>
                <a:path w="1055210" h="922829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17410" y="7397115"/>
              <a:ext cx="791210" cy="692150"/>
            </a:xfrm>
            <a:custGeom>
              <a:avLst/>
              <a:gdLst/>
              <a:ahLst/>
              <a:cxnLst/>
              <a:rect l="l" t="t" r="r" b="b"/>
              <a:pathLst>
                <a:path w="1055210" h="922829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5745" y="-62865"/>
            <a:ext cx="20846415" cy="10455910"/>
            <a:chOff x="-1515745" y="-62865"/>
            <a:chExt cx="20846415" cy="10455910"/>
          </a:xfrm>
        </p:grpSpPr>
        <p:sp>
          <p:nvSpPr>
            <p:cNvPr id="3" name="Freeform 3"/>
            <p:cNvSpPr/>
            <p:nvPr/>
          </p:nvSpPr>
          <p:spPr>
            <a:xfrm>
              <a:off x="-151574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70078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89698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409319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1574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70078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9698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09319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440" y="838835"/>
            <a:ext cx="16326485" cy="8681720"/>
            <a:chOff x="980440" y="838835"/>
            <a:chExt cx="16326485" cy="8681720"/>
          </a:xfrm>
        </p:grpSpPr>
        <p:grpSp>
          <p:nvGrpSpPr>
            <p:cNvPr id="12" name="Group 12"/>
            <p:cNvGrpSpPr/>
            <p:nvPr/>
          </p:nvGrpSpPr>
          <p:grpSpPr>
            <a:xfrm>
              <a:off x="1076960" y="948690"/>
              <a:ext cx="16230600" cy="8571230"/>
              <a:chOff x="1076960" y="948690"/>
              <a:chExt cx="16230600" cy="85712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76960" y="948690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6960" y="76835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80440" y="838835"/>
              <a:ext cx="16230600" cy="8571230"/>
              <a:chOff x="980440" y="838835"/>
              <a:chExt cx="16230600" cy="85712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80440" y="838835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0440" y="65786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060" y="231140"/>
            <a:ext cx="1136650" cy="1169035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2231390" y="3623310"/>
            <a:ext cx="6642100" cy="5000625"/>
            <a:chOff x="2231390" y="3623310"/>
            <a:chExt cx="6642100" cy="5000625"/>
          </a:xfrm>
        </p:grpSpPr>
        <p:sp>
          <p:nvSpPr>
            <p:cNvPr id="20" name="Freeform 20"/>
            <p:cNvSpPr/>
            <p:nvPr/>
          </p:nvSpPr>
          <p:spPr>
            <a:xfrm>
              <a:off x="2231390" y="3623310"/>
              <a:ext cx="6642100" cy="5000625"/>
            </a:xfrm>
            <a:custGeom>
              <a:avLst/>
              <a:gdLst/>
              <a:ahLst/>
              <a:cxnLst/>
              <a:rect l="l" t="t" r="r" b="b"/>
              <a:pathLst>
                <a:path w="1813523" h="1365236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980"/>
              </a:srgbClr>
            </a:solidFill>
            <a:ln w="19050" cap="rnd">
              <a:solidFill>
                <a:srgbClr val="3E4047">
                  <a:alpha val="3098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31390" y="3378835"/>
              <a:ext cx="6642100" cy="5244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87840" y="3623310"/>
            <a:ext cx="6618605" cy="5000625"/>
            <a:chOff x="9387840" y="3623310"/>
            <a:chExt cx="6618605" cy="5000625"/>
          </a:xfrm>
        </p:grpSpPr>
        <p:sp>
          <p:nvSpPr>
            <p:cNvPr id="23" name="Freeform 23"/>
            <p:cNvSpPr/>
            <p:nvPr/>
          </p:nvSpPr>
          <p:spPr>
            <a:xfrm>
              <a:off x="9387840" y="3623310"/>
              <a:ext cx="6618605" cy="5000625"/>
            </a:xfrm>
            <a:custGeom>
              <a:avLst/>
              <a:gdLst/>
              <a:ahLst/>
              <a:cxnLst/>
              <a:rect l="l" t="t" r="r" b="b"/>
              <a:pathLst>
                <a:path w="1807117" h="1365236">
                  <a:moveTo>
                    <a:pt x="116969" y="0"/>
                  </a:moveTo>
                  <a:lnTo>
                    <a:pt x="1690148" y="0"/>
                  </a:lnTo>
                  <a:cubicBezTo>
                    <a:pt x="1721170" y="0"/>
                    <a:pt x="1750921" y="12323"/>
                    <a:pt x="1772857" y="34259"/>
                  </a:cubicBezTo>
                  <a:cubicBezTo>
                    <a:pt x="1794793" y="56195"/>
                    <a:pt x="1807117" y="85947"/>
                    <a:pt x="1807117" y="116969"/>
                  </a:cubicBezTo>
                  <a:lnTo>
                    <a:pt x="1807117" y="1248267"/>
                  </a:lnTo>
                  <a:cubicBezTo>
                    <a:pt x="1807117" y="1312867"/>
                    <a:pt x="1754748" y="1365236"/>
                    <a:pt x="1690148" y="1365236"/>
                  </a:cubicBezTo>
                  <a:lnTo>
                    <a:pt x="116969" y="1365236"/>
                  </a:lnTo>
                  <a:cubicBezTo>
                    <a:pt x="52369" y="1365236"/>
                    <a:pt x="0" y="1312867"/>
                    <a:pt x="0" y="1248267"/>
                  </a:cubicBezTo>
                  <a:lnTo>
                    <a:pt x="0" y="116969"/>
                  </a:lnTo>
                  <a:cubicBezTo>
                    <a:pt x="0" y="52369"/>
                    <a:pt x="52369" y="0"/>
                    <a:pt x="116969" y="0"/>
                  </a:cubicBezTo>
                  <a:close/>
                </a:path>
              </a:pathLst>
            </a:custGeom>
            <a:solidFill>
              <a:srgbClr val="E3F0E5">
                <a:alpha val="49804"/>
              </a:srgbClr>
            </a:solidFill>
            <a:ln w="19050" cap="rnd">
              <a:solidFill>
                <a:srgbClr val="485849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87840" y="3378835"/>
              <a:ext cx="6618605" cy="5244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2305050" y="4714240"/>
            <a:ext cx="6618605" cy="16510"/>
          </a:xfrm>
          <a:prstGeom prst="line">
            <a:avLst/>
          </a:prstGeom>
          <a:ln w="19050" cap="flat">
            <a:solidFill>
              <a:srgbClr val="485849">
                <a:alpha val="6078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9387840" y="4723765"/>
            <a:ext cx="6618605" cy="0"/>
          </a:xfrm>
          <a:prstGeom prst="line">
            <a:avLst/>
          </a:prstGeom>
          <a:ln w="19050" cap="flat">
            <a:solidFill>
              <a:srgbClr val="485849">
                <a:alpha val="6588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3870960" y="1402080"/>
            <a:ext cx="6109970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개요</a:t>
            </a:r>
          </a:p>
        </p:txBody>
      </p:sp>
      <p:sp>
        <p:nvSpPr>
          <p:cNvPr id="28" name="TextBox 28"/>
          <p:cNvSpPr txBox="1">
            <a:spLocks/>
          </p:cNvSpPr>
          <p:nvPr/>
        </p:nvSpPr>
        <p:spPr>
          <a:xfrm rot="0">
            <a:off x="2567940" y="4988560"/>
            <a:ext cx="6141085" cy="24898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2800"/>
              </a:lnSpc>
              <a:buFontTx/>
              <a:buNone/>
            </a:pP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한국의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관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광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산업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지역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별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매력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을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효과적으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로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홍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보함으로써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국내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외 관광객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유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치를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증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시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킬 수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있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는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잠재력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을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가지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고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있지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만 기존의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관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광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정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보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제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공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방식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지역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별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세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정보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를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체계적으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로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전달하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못하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고,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사용자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친화적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인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인터페이스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부족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한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경우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가 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많았습니</a:t>
            </a:r>
            <a:r>
              <a:rPr lang="ko-KR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다.</a:t>
            </a:r>
            <a:endParaRPr lang="ko-KR" altLang="en-US" sz="240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  <a:p>
            <a:pPr marL="457200" indent="-457200" algn="l">
              <a:lnSpc>
                <a:spcPts val="2800"/>
              </a:lnSpc>
              <a:buClr>
                <a:srgbClr val="485849"/>
              </a:buClr>
              <a:buFont typeface="+mj-lt"/>
              <a:buAutoNum type="arabicPeriod"/>
            </a:pPr>
            <a:endParaRPr lang="ko-KR" altLang="en-US" sz="240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22450" y="988695"/>
            <a:ext cx="2047875" cy="176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79445" y="3959225"/>
            <a:ext cx="4906645" cy="534035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ctr">
              <a:lnSpc>
                <a:spcPts val="4200"/>
              </a:lnSpc>
              <a:buFontTx/>
              <a:buNone/>
            </a:pPr>
            <a:r>
              <a:rPr lang="en-US" sz="3000">
                <a:solidFill>
                  <a:srgbClr val="658C6A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프로젝트의</a:t>
            </a:r>
            <a:r>
              <a:rPr lang="en-US" sz="3000">
                <a:solidFill>
                  <a:srgbClr val="658C6A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 </a:t>
            </a:r>
            <a:r>
              <a:rPr lang="ko-KR" altLang="en-US" sz="3000">
                <a:solidFill>
                  <a:srgbClr val="658C6A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배경</a:t>
            </a:r>
            <a:endParaRPr lang="ko-KR" altLang="en-US" sz="3000">
              <a:solidFill>
                <a:srgbClr val="658C6A"/>
              </a:solidFill>
              <a:latin typeface="Tlab 레트로라이프" charset="0"/>
              <a:ea typeface="Tlab 레트로라이프" charset="0"/>
              <a:cs typeface="Tlab 레트로라이프" charset="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244455" y="3959225"/>
            <a:ext cx="4906645" cy="534035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ctr">
              <a:lnSpc>
                <a:spcPts val="4200"/>
              </a:lnSpc>
              <a:buFontTx/>
              <a:buNone/>
            </a:pPr>
            <a:r>
              <a:rPr lang="en-US" sz="3000">
                <a:solidFill>
                  <a:srgbClr val="658C6A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프로젝트의 </a:t>
            </a:r>
            <a:r>
              <a:rPr lang="ko-KR" sz="3000">
                <a:solidFill>
                  <a:srgbClr val="658C6A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필요성</a:t>
            </a:r>
            <a:endParaRPr lang="ko-KR" altLang="en-US" sz="3000">
              <a:solidFill>
                <a:srgbClr val="658C6A"/>
              </a:solidFill>
              <a:latin typeface="Tlab 레트로라이프" charset="0"/>
              <a:ea typeface="Tlab 레트로라이프" charset="0"/>
              <a:cs typeface="Tlab 레트로라이프" charset="0"/>
            </a:endParaRPr>
          </a:p>
        </p:txBody>
      </p:sp>
      <p:sp>
        <p:nvSpPr>
          <p:cNvPr id="33" name="텍스트 상자 1"/>
          <p:cNvSpPr txBox="1">
            <a:spLocks/>
          </p:cNvSpPr>
          <p:nvPr/>
        </p:nvSpPr>
        <p:spPr>
          <a:xfrm rot="0">
            <a:off x="9636125" y="4977765"/>
            <a:ext cx="6141085" cy="21342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2800"/>
              </a:lnSpc>
              <a:buFontTx/>
              <a:buNone/>
            </a:pPr>
            <a:r>
              <a:rPr lang="ko-KR" altLang="en-US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이 사이트는 </a:t>
            </a:r>
            <a:r>
              <a:rPr lang="en-US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17</a:t>
            </a:r>
            <a:r>
              <a:rPr lang="ko-KR" altLang="en-US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개 지역과 </a:t>
            </a:r>
            <a:r>
              <a:rPr lang="en-US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68</a:t>
            </a:r>
            <a:r>
              <a:rPr lang="ko-KR" altLang="en-US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개 도시의 데이터를 한곳에 모아</a:t>
            </a:r>
            <a:r>
              <a:rPr lang="en-US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, </a:t>
            </a:r>
            <a:r>
              <a:rPr lang="ko-KR" altLang="en-US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슬라이더와 지도를 통해 직관적으로 정보를 제공합니다</a:t>
            </a:r>
            <a:r>
              <a:rPr lang="en-US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. </a:t>
            </a:r>
            <a:r>
              <a:rPr lang="ko-KR" altLang="en-US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이를 통해 지역 경제 활성화와 관광 산업 발전에 기여할 수 있을 것으로 기대된다</a:t>
            </a:r>
            <a:r>
              <a:rPr lang="en-US" altLang="ko-KR" sz="2400">
                <a:solidFill>
                  <a:srgbClr val="485849"/>
                </a:solidFill>
                <a:latin typeface="TDTD순고딕" charset="0"/>
                <a:ea typeface="TDTD순고딕" charset="0"/>
                <a:cs typeface="TDTD순고딕" charset="0"/>
              </a:rPr>
              <a:t>.</a:t>
            </a:r>
            <a:endParaRPr lang="ko-KR" altLang="en-US" sz="240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  <a:p>
            <a:pPr marL="457200" indent="-457200" algn="l">
              <a:lnSpc>
                <a:spcPts val="2800"/>
              </a:lnSpc>
              <a:buClr>
                <a:srgbClr val="485849"/>
              </a:buClr>
              <a:buFont typeface="+mj-lt"/>
              <a:buAutoNum type="arabicPeriod"/>
            </a:pPr>
            <a:endParaRPr lang="ko-KR" altLang="en-US" sz="2400">
              <a:solidFill>
                <a:srgbClr val="485849"/>
              </a:solidFill>
              <a:latin typeface="TDTD순고딕" charset="0"/>
              <a:ea typeface="TDTD순고딕" charset="0"/>
              <a:cs typeface="TDTD순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5745" y="-62865"/>
            <a:ext cx="20846415" cy="10455910"/>
            <a:chOff x="-1515745" y="-62865"/>
            <a:chExt cx="20846415" cy="10455910"/>
          </a:xfrm>
        </p:grpSpPr>
        <p:sp>
          <p:nvSpPr>
            <p:cNvPr id="3" name="Freeform 3"/>
            <p:cNvSpPr/>
            <p:nvPr/>
          </p:nvSpPr>
          <p:spPr>
            <a:xfrm>
              <a:off x="-151574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70078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89698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409319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1574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70078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9698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09319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440" y="838835"/>
            <a:ext cx="16326485" cy="8681720"/>
            <a:chOff x="980440" y="838835"/>
            <a:chExt cx="16326485" cy="8681720"/>
          </a:xfrm>
        </p:grpSpPr>
        <p:grpSp>
          <p:nvGrpSpPr>
            <p:cNvPr id="12" name="Group 12"/>
            <p:cNvGrpSpPr/>
            <p:nvPr/>
          </p:nvGrpSpPr>
          <p:grpSpPr>
            <a:xfrm>
              <a:off x="1076960" y="948690"/>
              <a:ext cx="16230600" cy="8571230"/>
              <a:chOff x="1076960" y="948690"/>
              <a:chExt cx="16230600" cy="85712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76960" y="948690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6960" y="76835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80440" y="838835"/>
              <a:ext cx="16230600" cy="8571230"/>
              <a:chOff x="980440" y="838835"/>
              <a:chExt cx="16230600" cy="85712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80440" y="838835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0440" y="65786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060" y="231140"/>
            <a:ext cx="1136650" cy="1169035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041775" y="1388745"/>
            <a:ext cx="7898765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HTML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450" y="988695"/>
            <a:ext cx="2047875" cy="17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02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80440" y="3841115"/>
            <a:ext cx="16278860" cy="0"/>
          </a:xfrm>
          <a:prstGeom prst="line">
            <a:avLst/>
          </a:prstGeom>
          <a:ln w="19050" cap="flat">
            <a:solidFill>
              <a:srgbClr val="4858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2" name="Group 22"/>
          <p:cNvGrpSpPr/>
          <p:nvPr/>
        </p:nvGrpSpPr>
        <p:grpSpPr>
          <a:xfrm>
            <a:off x="3484880" y="3399790"/>
            <a:ext cx="1005205" cy="863600"/>
            <a:chOff x="3484880" y="3399790"/>
            <a:chExt cx="1005205" cy="863600"/>
          </a:xfrm>
        </p:grpSpPr>
        <p:sp>
          <p:nvSpPr>
            <p:cNvPr id="23" name="Freeform 23"/>
            <p:cNvSpPr/>
            <p:nvPr/>
          </p:nvSpPr>
          <p:spPr>
            <a:xfrm>
              <a:off x="3484880" y="3399790"/>
              <a:ext cx="1005205" cy="8636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26485" y="3340735"/>
              <a:ext cx="722630" cy="92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flipV="1">
            <a:off x="3987800" y="4263390"/>
            <a:ext cx="0" cy="1221105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425065" y="4816475"/>
            <a:ext cx="2903220" cy="1701165"/>
            <a:chOff x="2425065" y="4816475"/>
            <a:chExt cx="2903220" cy="1701165"/>
          </a:xfrm>
        </p:grpSpPr>
        <p:sp>
          <p:nvSpPr>
            <p:cNvPr id="27" name="Freeform 27"/>
            <p:cNvSpPr/>
            <p:nvPr/>
          </p:nvSpPr>
          <p:spPr>
            <a:xfrm>
              <a:off x="2425065" y="4816475"/>
              <a:ext cx="2903220" cy="1701165"/>
            </a:xfrm>
            <a:custGeom>
              <a:avLst/>
              <a:gdLst/>
              <a:ahLst/>
              <a:cxnLst/>
              <a:rect l="l" t="t" r="r" b="b"/>
              <a:pathLst>
                <a:path w="762847" h="44699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5065" y="4598670"/>
              <a:ext cx="2903220" cy="1918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메인 </a:t>
              </a:r>
              <a:r>
                <a:rPr lang="en-US" altLang="ko-KR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html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26970" y="6657340"/>
            <a:ext cx="2903220" cy="1949450"/>
            <a:chOff x="2426970" y="6657340"/>
            <a:chExt cx="2903220" cy="1949450"/>
          </a:xfrm>
        </p:grpSpPr>
        <p:sp>
          <p:nvSpPr>
            <p:cNvPr id="30" name="Freeform 30"/>
            <p:cNvSpPr/>
            <p:nvPr/>
          </p:nvSpPr>
          <p:spPr>
            <a:xfrm>
              <a:off x="2426970" y="6657340"/>
              <a:ext cx="2903220" cy="1949450"/>
            </a:xfrm>
            <a:custGeom>
              <a:avLst/>
              <a:gdLst/>
              <a:ahLst/>
              <a:cxnLst/>
              <a:rect l="l" t="t" r="r" b="b"/>
              <a:pathLst>
                <a:path w="762847" h="512319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80319"/>
                  </a:lnTo>
                  <a:cubicBezTo>
                    <a:pt x="762847" y="488806"/>
                    <a:pt x="759476" y="496945"/>
                    <a:pt x="753475" y="502946"/>
                  </a:cubicBezTo>
                  <a:cubicBezTo>
                    <a:pt x="747474" y="508948"/>
                    <a:pt x="739334" y="512319"/>
                    <a:pt x="730847" y="512319"/>
                  </a:cubicBezTo>
                  <a:lnTo>
                    <a:pt x="32000" y="512319"/>
                  </a:lnTo>
                  <a:cubicBezTo>
                    <a:pt x="23513" y="512319"/>
                    <a:pt x="15374" y="508948"/>
                    <a:pt x="9373" y="502946"/>
                  </a:cubicBezTo>
                  <a:cubicBezTo>
                    <a:pt x="3371" y="496945"/>
                    <a:pt x="0" y="488806"/>
                    <a:pt x="0" y="480319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26970" y="6475730"/>
              <a:ext cx="2903220" cy="2131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슬라이더</a:t>
              </a:r>
              <a:br>
                <a:rPr lang="en-US" altLang="ko-KR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</a:br>
              <a:r>
                <a:rPr lang="ko-KR" alt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메뉴바</a:t>
              </a:r>
              <a:endPara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60765" y="3399790"/>
            <a:ext cx="1005205" cy="863600"/>
            <a:chOff x="8660765" y="3399790"/>
            <a:chExt cx="1005205" cy="863600"/>
          </a:xfrm>
        </p:grpSpPr>
        <p:sp>
          <p:nvSpPr>
            <p:cNvPr id="33" name="Freeform 33"/>
            <p:cNvSpPr/>
            <p:nvPr/>
          </p:nvSpPr>
          <p:spPr>
            <a:xfrm>
              <a:off x="8660765" y="3399790"/>
              <a:ext cx="1005205" cy="8636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02370" y="3340735"/>
              <a:ext cx="722630" cy="92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9199245" y="4263390"/>
            <a:ext cx="0" cy="1221105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Group 36"/>
          <p:cNvGrpSpPr/>
          <p:nvPr/>
        </p:nvGrpSpPr>
        <p:grpSpPr>
          <a:xfrm>
            <a:off x="7686675" y="4816475"/>
            <a:ext cx="2900045" cy="1701165"/>
            <a:chOff x="7686675" y="4816475"/>
            <a:chExt cx="2900045" cy="1701165"/>
          </a:xfrm>
        </p:grpSpPr>
        <p:sp>
          <p:nvSpPr>
            <p:cNvPr id="37" name="Freeform 37"/>
            <p:cNvSpPr/>
            <p:nvPr/>
          </p:nvSpPr>
          <p:spPr>
            <a:xfrm>
              <a:off x="7686675" y="4816475"/>
              <a:ext cx="2900045" cy="1701165"/>
            </a:xfrm>
            <a:custGeom>
              <a:avLst/>
              <a:gdLst/>
              <a:ahLst/>
              <a:cxnLst/>
              <a:rect l="l" t="t" r="r" b="b"/>
              <a:pathLst>
                <a:path w="762020" h="446997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86675" y="4598670"/>
              <a:ext cx="2900045" cy="1918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지역 페이지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88580" y="6657340"/>
            <a:ext cx="2900045" cy="1949450"/>
            <a:chOff x="7688580" y="6657340"/>
            <a:chExt cx="2900045" cy="1949450"/>
          </a:xfrm>
        </p:grpSpPr>
        <p:sp>
          <p:nvSpPr>
            <p:cNvPr id="40" name="Freeform 40"/>
            <p:cNvSpPr/>
            <p:nvPr/>
          </p:nvSpPr>
          <p:spPr>
            <a:xfrm>
              <a:off x="7688580" y="6657340"/>
              <a:ext cx="2900045" cy="1949450"/>
            </a:xfrm>
            <a:custGeom>
              <a:avLst/>
              <a:gdLst/>
              <a:ahLst/>
              <a:cxnLst/>
              <a:rect l="l" t="t" r="r" b="b"/>
              <a:pathLst>
                <a:path w="762020" h="512319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88580" y="6475730"/>
              <a:ext cx="2900045" cy="2131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17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개 지역의 </a:t>
              </a:r>
              <a:r>
                <a:rPr lang="en-US" altLang="ko-KR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html</a:t>
              </a:r>
              <a:endParaRPr 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14495780" y="4205605"/>
            <a:ext cx="0" cy="1221105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Group 43"/>
          <p:cNvGrpSpPr/>
          <p:nvPr/>
        </p:nvGrpSpPr>
        <p:grpSpPr>
          <a:xfrm>
            <a:off x="13967460" y="3399790"/>
            <a:ext cx="1005205" cy="863600"/>
            <a:chOff x="13967460" y="3399790"/>
            <a:chExt cx="1005205" cy="863600"/>
          </a:xfrm>
        </p:grpSpPr>
        <p:sp>
          <p:nvSpPr>
            <p:cNvPr id="44" name="Freeform 44"/>
            <p:cNvSpPr/>
            <p:nvPr/>
          </p:nvSpPr>
          <p:spPr>
            <a:xfrm>
              <a:off x="13967460" y="3399790"/>
              <a:ext cx="1005205" cy="8636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109065" y="3340735"/>
              <a:ext cx="722630" cy="92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029565" y="4816475"/>
            <a:ext cx="2900045" cy="1701165"/>
            <a:chOff x="13029565" y="4816475"/>
            <a:chExt cx="2900045" cy="1701165"/>
          </a:xfrm>
        </p:grpSpPr>
        <p:sp>
          <p:nvSpPr>
            <p:cNvPr id="47" name="Freeform 47"/>
            <p:cNvSpPr/>
            <p:nvPr/>
          </p:nvSpPr>
          <p:spPr>
            <a:xfrm>
              <a:off x="13029565" y="4816475"/>
              <a:ext cx="2900045" cy="1701165"/>
            </a:xfrm>
            <a:custGeom>
              <a:avLst/>
              <a:gdLst/>
              <a:ahLst/>
              <a:cxnLst/>
              <a:rect l="l" t="t" r="r" b="b"/>
              <a:pathLst>
                <a:path w="762020" h="446997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029565" y="4598670"/>
              <a:ext cx="2900045" cy="1918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지도 페이지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031470" y="6657340"/>
            <a:ext cx="2900045" cy="1949450"/>
            <a:chOff x="13031470" y="6657340"/>
            <a:chExt cx="2900045" cy="1949450"/>
          </a:xfrm>
        </p:grpSpPr>
        <p:sp>
          <p:nvSpPr>
            <p:cNvPr id="50" name="Freeform 50"/>
            <p:cNvSpPr/>
            <p:nvPr/>
          </p:nvSpPr>
          <p:spPr>
            <a:xfrm>
              <a:off x="13031470" y="6657340"/>
              <a:ext cx="2900045" cy="1949450"/>
            </a:xfrm>
            <a:custGeom>
              <a:avLst/>
              <a:gdLst/>
              <a:ahLst/>
              <a:cxnLst/>
              <a:rect l="l" t="t" r="r" b="b"/>
              <a:pathLst>
                <a:path w="762020" h="512319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031470" y="6475730"/>
              <a:ext cx="2900045" cy="2131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지도 </a:t>
              </a:r>
              <a:r>
                <a:rPr lang="en-US" altLang="ko-KR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html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에서 네이버 </a:t>
              </a:r>
              <a:r>
                <a:rPr lang="en-US" altLang="ko-KR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api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를 바탕으로 만든 페이지</a:t>
              </a:r>
              <a:endParaRPr 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pic>
        <p:nvPicPr>
          <p:cNvPr id="67" name="그림 66" descr="C:/Users/KIMSEONGGYEOM/AppData/Roaming/PolarisOffice/ETemp/23844_12836840/image6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062220" y="235585"/>
            <a:ext cx="12652375" cy="5012055"/>
          </a:xfrm>
          <a:prstGeom prst="rect"/>
          <a:noFill/>
        </p:spPr>
      </p:pic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67780" y="246380"/>
            <a:ext cx="10795000" cy="5636895"/>
          </a:xfrm>
          <a:prstGeom prst="rect"/>
          <a:noFill/>
        </p:spPr>
      </p:pic>
      <p:pic>
        <p:nvPicPr>
          <p:cNvPr id="70" name="그림 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74790" y="608330"/>
            <a:ext cx="10995660" cy="51733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67" grpId="2" animBg="1"/>
      <p:bldP spid="67" grpId="3" animBg="1"/>
      <p:bldP spid="69" grpId="4" animBg="1"/>
      <p:bldP spid="69" grpId="5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239802" y="1410881"/>
            <a:ext cx="5718918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CSS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153446" y="3507927"/>
            <a:ext cx="5267041" cy="2346750"/>
            <a:chOff x="0" y="0"/>
            <a:chExt cx="2091879" cy="9320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1879" cy="932045"/>
            </a:xfrm>
            <a:custGeom>
              <a:avLst/>
              <a:gdLst/>
              <a:ahLst/>
              <a:cxnLst/>
              <a:rect l="l" t="t" r="r" b="b"/>
              <a:pathLst>
                <a:path w="2091879" h="932045">
                  <a:moveTo>
                    <a:pt x="29398" y="0"/>
                  </a:moveTo>
                  <a:lnTo>
                    <a:pt x="2062482" y="0"/>
                  </a:lnTo>
                  <a:cubicBezTo>
                    <a:pt x="2070278" y="0"/>
                    <a:pt x="2077756" y="3097"/>
                    <a:pt x="2083269" y="8610"/>
                  </a:cubicBezTo>
                  <a:cubicBezTo>
                    <a:pt x="2088782" y="14123"/>
                    <a:pt x="2091879" y="21601"/>
                    <a:pt x="2091879" y="29398"/>
                  </a:cubicBezTo>
                  <a:lnTo>
                    <a:pt x="2091879" y="902647"/>
                  </a:lnTo>
                  <a:cubicBezTo>
                    <a:pt x="2091879" y="918883"/>
                    <a:pt x="2078717" y="932045"/>
                    <a:pt x="2062482" y="932045"/>
                  </a:cubicBezTo>
                  <a:lnTo>
                    <a:pt x="29398" y="932045"/>
                  </a:lnTo>
                  <a:cubicBezTo>
                    <a:pt x="13162" y="932045"/>
                    <a:pt x="0" y="918883"/>
                    <a:pt x="0" y="902647"/>
                  </a:cubicBezTo>
                  <a:lnTo>
                    <a:pt x="0" y="29398"/>
                  </a:lnTo>
                  <a:cubicBezTo>
                    <a:pt x="0" y="13162"/>
                    <a:pt x="13162" y="0"/>
                    <a:pt x="293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91879" cy="970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67513" y="3507927"/>
            <a:ext cx="5267041" cy="2346750"/>
            <a:chOff x="0" y="0"/>
            <a:chExt cx="2091879" cy="93204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91879" cy="932045"/>
            </a:xfrm>
            <a:custGeom>
              <a:avLst/>
              <a:gdLst/>
              <a:ahLst/>
              <a:cxnLst/>
              <a:rect l="l" t="t" r="r" b="b"/>
              <a:pathLst>
                <a:path w="2091879" h="932045">
                  <a:moveTo>
                    <a:pt x="29398" y="0"/>
                  </a:moveTo>
                  <a:lnTo>
                    <a:pt x="2062482" y="0"/>
                  </a:lnTo>
                  <a:cubicBezTo>
                    <a:pt x="2070278" y="0"/>
                    <a:pt x="2077756" y="3097"/>
                    <a:pt x="2083269" y="8610"/>
                  </a:cubicBezTo>
                  <a:cubicBezTo>
                    <a:pt x="2088782" y="14123"/>
                    <a:pt x="2091879" y="21601"/>
                    <a:pt x="2091879" y="29398"/>
                  </a:cubicBezTo>
                  <a:lnTo>
                    <a:pt x="2091879" y="902647"/>
                  </a:lnTo>
                  <a:cubicBezTo>
                    <a:pt x="2091879" y="918883"/>
                    <a:pt x="2078717" y="932045"/>
                    <a:pt x="2062482" y="932045"/>
                  </a:cubicBezTo>
                  <a:lnTo>
                    <a:pt x="29398" y="932045"/>
                  </a:lnTo>
                  <a:cubicBezTo>
                    <a:pt x="13162" y="932045"/>
                    <a:pt x="0" y="918883"/>
                    <a:pt x="0" y="902647"/>
                  </a:cubicBezTo>
                  <a:lnTo>
                    <a:pt x="0" y="29398"/>
                  </a:lnTo>
                  <a:cubicBezTo>
                    <a:pt x="0" y="13162"/>
                    <a:pt x="13162" y="0"/>
                    <a:pt x="293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91879" cy="970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439497" y="4453872"/>
            <a:ext cx="4694941" cy="6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NanumSquareNeo</a:t>
            </a:r>
            <a:r>
              <a:rPr 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폰트를 사용해 한국적인 느낌을 살렸습니다</a:t>
            </a:r>
            <a:r>
              <a:rPr lang="en-US" altLang="ko-KR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  <a:endParaRPr lang="en-US" sz="20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153563" y="4488960"/>
            <a:ext cx="4694941" cy="6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ko-KR" alt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반응형 디자인으로 모바일과 데스크톱 모두 지원합니다</a:t>
            </a:r>
            <a:r>
              <a:rPr lang="en-US" altLang="ko-KR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  <a:endParaRPr lang="en-US" sz="20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6313828" y="6491839"/>
            <a:ext cx="5267041" cy="2346750"/>
            <a:chOff x="0" y="0"/>
            <a:chExt cx="2091879" cy="9320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1879" cy="932045"/>
            </a:xfrm>
            <a:custGeom>
              <a:avLst/>
              <a:gdLst/>
              <a:ahLst/>
              <a:cxnLst/>
              <a:rect l="l" t="t" r="r" b="b"/>
              <a:pathLst>
                <a:path w="2091879" h="932045">
                  <a:moveTo>
                    <a:pt x="29398" y="0"/>
                  </a:moveTo>
                  <a:lnTo>
                    <a:pt x="2062482" y="0"/>
                  </a:lnTo>
                  <a:cubicBezTo>
                    <a:pt x="2070278" y="0"/>
                    <a:pt x="2077756" y="3097"/>
                    <a:pt x="2083269" y="8610"/>
                  </a:cubicBezTo>
                  <a:cubicBezTo>
                    <a:pt x="2088782" y="14123"/>
                    <a:pt x="2091879" y="21601"/>
                    <a:pt x="2091879" y="29398"/>
                  </a:cubicBezTo>
                  <a:lnTo>
                    <a:pt x="2091879" y="902647"/>
                  </a:lnTo>
                  <a:cubicBezTo>
                    <a:pt x="2091879" y="918883"/>
                    <a:pt x="2078717" y="932045"/>
                    <a:pt x="2062482" y="932045"/>
                  </a:cubicBezTo>
                  <a:lnTo>
                    <a:pt x="29398" y="932045"/>
                  </a:lnTo>
                  <a:cubicBezTo>
                    <a:pt x="13162" y="932045"/>
                    <a:pt x="0" y="918883"/>
                    <a:pt x="0" y="902647"/>
                  </a:cubicBezTo>
                  <a:lnTo>
                    <a:pt x="0" y="29398"/>
                  </a:lnTo>
                  <a:cubicBezTo>
                    <a:pt x="0" y="13162"/>
                    <a:pt x="13162" y="0"/>
                    <a:pt x="293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091879" cy="970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13828" y="6491839"/>
            <a:ext cx="3358498" cy="726186"/>
            <a:chOff x="0" y="0"/>
            <a:chExt cx="884543" cy="1912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84543" cy="191259"/>
            </a:xfrm>
            <a:custGeom>
              <a:avLst/>
              <a:gdLst/>
              <a:ahLst/>
              <a:cxnLst/>
              <a:rect l="l" t="t" r="r" b="b"/>
              <a:pathLst>
                <a:path w="884543" h="191259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A7BE8C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기타</a:t>
              </a:r>
              <a:endParaRPr 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456853" y="7257340"/>
            <a:ext cx="4980991" cy="105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ko-KR" alt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모든 박스에 고정된 값을 입력해 확대</a:t>
            </a:r>
            <a:r>
              <a:rPr lang="en-US" altLang="ko-KR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축소시에 깨짐을 방지</a:t>
            </a:r>
            <a:endParaRPr lang="en-US" altLang="ko-KR" sz="20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800"/>
              </a:lnSpc>
            </a:pPr>
            <a:r>
              <a:rPr lang="ko-KR" altLang="en-US" sz="2000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그라데이션</a:t>
            </a:r>
            <a:r>
              <a:rPr lang="ko-KR" altLang="en-US" sz="20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효과 및 입체감을 높임</a:t>
            </a:r>
            <a:endParaRPr lang="en-US" sz="20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3153446" y="3507927"/>
            <a:ext cx="3358498" cy="726186"/>
            <a:chOff x="0" y="0"/>
            <a:chExt cx="884543" cy="19125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84543" cy="191259"/>
            </a:xfrm>
            <a:custGeom>
              <a:avLst/>
              <a:gdLst/>
              <a:ahLst/>
              <a:cxnLst/>
              <a:rect l="l" t="t" r="r" b="b"/>
              <a:pathLst>
                <a:path w="884543" h="191259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8CB791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폰트</a:t>
              </a:r>
              <a:endParaRPr 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867513" y="3507927"/>
            <a:ext cx="3358498" cy="726186"/>
            <a:chOff x="0" y="0"/>
            <a:chExt cx="884543" cy="19125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84543" cy="191259"/>
            </a:xfrm>
            <a:custGeom>
              <a:avLst/>
              <a:gdLst/>
              <a:ahLst/>
              <a:cxnLst/>
              <a:rect l="l" t="t" r="r" b="b"/>
              <a:pathLst>
                <a:path w="884543" h="191259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A7BE8C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ko-KR" altLang="en-US" sz="2800" dirty="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반응형 디자인</a:t>
              </a:r>
              <a:endParaRPr 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pic>
        <p:nvPicPr>
          <p:cNvPr id="50" name="그림 49">
            <a:extLst>
              <a:ext uri="{FF2B5EF4-FFF2-40B4-BE49-F238E27FC236}">
                <a16:creationId xmlns:a16="http://schemas.microsoft.com/office/drawing/2014/main" id="{50B4332B-27EC-D69D-3E5A-A72DABF32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819" y="1312326"/>
            <a:ext cx="5229955" cy="182905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B1DC4D0-72B4-9A1A-9891-B075A2E8E6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485" y="6614227"/>
            <a:ext cx="4143953" cy="51442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98530E1-81D2-8F8B-4C74-F954B0B801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63310" y="2181091"/>
            <a:ext cx="2810267" cy="60968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5745" y="-62865"/>
            <a:ext cx="20846415" cy="10455910"/>
            <a:chOff x="-1515745" y="-62865"/>
            <a:chExt cx="20846415" cy="10455910"/>
          </a:xfrm>
        </p:grpSpPr>
        <p:sp>
          <p:nvSpPr>
            <p:cNvPr id="3" name="Freeform 3"/>
            <p:cNvSpPr/>
            <p:nvPr/>
          </p:nvSpPr>
          <p:spPr>
            <a:xfrm>
              <a:off x="-151574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70078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896985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4093190" y="-62865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1574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70078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96985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093190" y="5156200"/>
              <a:ext cx="5236845" cy="5236845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440" y="838835"/>
            <a:ext cx="16326485" cy="8681720"/>
            <a:chOff x="980440" y="838835"/>
            <a:chExt cx="16326485" cy="8681720"/>
          </a:xfrm>
        </p:grpSpPr>
        <p:grpSp>
          <p:nvGrpSpPr>
            <p:cNvPr id="12" name="Group 12"/>
            <p:cNvGrpSpPr/>
            <p:nvPr/>
          </p:nvGrpSpPr>
          <p:grpSpPr>
            <a:xfrm>
              <a:off x="1076960" y="948690"/>
              <a:ext cx="16230600" cy="8571230"/>
              <a:chOff x="1076960" y="948690"/>
              <a:chExt cx="16230600" cy="85712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76960" y="948690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6960" y="76835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80440" y="838835"/>
              <a:ext cx="16230600" cy="8571230"/>
              <a:chOff x="980440" y="838835"/>
              <a:chExt cx="16230600" cy="85712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80440" y="838835"/>
                <a:ext cx="16230600" cy="857123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0440" y="657860"/>
                <a:ext cx="16230600" cy="87522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060" y="231140"/>
            <a:ext cx="1136650" cy="1169035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239895" y="1410970"/>
            <a:ext cx="8119110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JavaScript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450" y="988695"/>
            <a:ext cx="2047875" cy="17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9911715" y="4847590"/>
            <a:ext cx="520700" cy="499745"/>
          </a:xfrm>
          <a:custGeom>
            <a:avLst/>
            <a:gdLst/>
            <a:ahLst/>
            <a:cxnLst/>
            <a:rect l="l" t="t" r="r" b="b"/>
            <a:pathLst>
              <a:path w="520843" h="500009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0637520" y="4816475"/>
            <a:ext cx="32664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3000" dirty="0" err="1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메뉴바</a:t>
            </a:r>
            <a:r>
              <a:rPr lang="ko-KR" altLang="en-US" sz="3000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스크롤 제어</a:t>
            </a:r>
            <a:endParaRPr lang="en-US" sz="3000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9911715" y="5835015"/>
            <a:ext cx="520700" cy="499745"/>
          </a:xfrm>
          <a:custGeom>
            <a:avLst/>
            <a:gdLst/>
            <a:ahLst/>
            <a:cxnLst/>
            <a:rect l="l" t="t" r="r" b="b"/>
            <a:pathLst>
              <a:path w="520843" h="500009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0637520" y="5803900"/>
            <a:ext cx="4137025" cy="51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3000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슬라이더 제어</a:t>
            </a:r>
            <a:endParaRPr lang="en-US" sz="3000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9911715" y="6823075"/>
            <a:ext cx="520700" cy="499745"/>
          </a:xfrm>
          <a:custGeom>
            <a:avLst/>
            <a:gdLst/>
            <a:ahLst/>
            <a:cxnLst/>
            <a:rect l="l" t="t" r="r" b="b"/>
            <a:pathLst>
              <a:path w="520843" h="500009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0637520" y="6791960"/>
            <a:ext cx="434467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3000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지역 데이터 제어</a:t>
            </a:r>
            <a:endParaRPr lang="en-US" sz="3000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pic>
        <p:nvPicPr>
          <p:cNvPr id="30" name="그림 29" descr="C:/Users/KIMSEONGGYEOM/AppData/Roaming/PolarisOffice/ETemp/23844_12836840/image13.png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527"/>
          <a:stretch>
            <a:fillRect/>
          </a:stretch>
        </p:blipFill>
        <p:spPr>
          <a:xfrm rot="0">
            <a:off x="1805940" y="3306445"/>
            <a:ext cx="5927090" cy="3818255"/>
          </a:xfrm>
          <a:prstGeom prst="rect"/>
          <a:noFill/>
        </p:spPr>
      </p:pic>
      <p:sp>
        <p:nvSpPr>
          <p:cNvPr id="39" name="Freeform 27">
            <a:extLst>
              <a:ext uri="{FF2B5EF4-FFF2-40B4-BE49-F238E27FC236}">
                <a16:creationId xmlns:a16="http://schemas.microsoft.com/office/drawing/2014/main" id="{41EBB58A-236C-ADF9-883A-C94259807384}"/>
              </a:ext>
            </a:extLst>
          </p:cNvPr>
          <p:cNvSpPr/>
          <p:nvPr/>
        </p:nvSpPr>
        <p:spPr>
          <a:xfrm>
            <a:off x="9911715" y="3907155"/>
            <a:ext cx="520700" cy="499745"/>
          </a:xfrm>
          <a:custGeom>
            <a:avLst/>
            <a:gdLst/>
            <a:ahLst/>
            <a:cxnLst/>
            <a:rect l="l" t="t" r="r" b="b"/>
            <a:pathLst>
              <a:path w="520843" h="500009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0" name="TextBox 28">
            <a:extLst>
              <a:ext uri="{FF2B5EF4-FFF2-40B4-BE49-F238E27FC236}">
                <a16:creationId xmlns:a16="http://schemas.microsoft.com/office/drawing/2014/main" id="{F395D7CF-8CAF-3878-4483-4F2300EF593F}"/>
              </a:ext>
            </a:extLst>
          </p:cNvPr>
          <p:cNvSpPr txBox="1"/>
          <p:nvPr/>
        </p:nvSpPr>
        <p:spPr>
          <a:xfrm>
            <a:off x="10637520" y="3876040"/>
            <a:ext cx="434467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3000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지도 위치 제어</a:t>
            </a:r>
            <a:endParaRPr lang="en-US" sz="3000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pic>
        <p:nvPicPr>
          <p:cNvPr id="42" name="그림 41" descr="C:/Users/KIMSEONGGYEOM/AppData/Roaming/PolarisOffice/ETemp/23844_12836840/image14.png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11630" y="4429760"/>
            <a:ext cx="7533005" cy="1767205"/>
          </a:xfrm>
          <a:prstGeom prst="rect"/>
          <a:noFill/>
        </p:spPr>
      </p:pic>
      <p:grpSp>
        <p:nvGrpSpPr>
          <p:cNvPr id="53" name="그룹 1"/>
          <p:cNvGrpSpPr>
            <a:grpSpLocks/>
          </p:cNvGrpSpPr>
          <p:nvPr/>
        </p:nvGrpSpPr>
        <p:grpSpPr>
          <a:xfrm rot="0">
            <a:off x="1859280" y="2271395"/>
            <a:ext cx="6450330" cy="6794500"/>
            <a:chOff x="1859280" y="2271395"/>
            <a:chExt cx="6450330" cy="6794500"/>
          </a:xfrm>
        </p:grpSpPr>
        <p:pic>
          <p:nvPicPr>
            <p:cNvPr id="48" name="그림 47" descr="C:/Users/KIMSEONGGYEOM/AppData/Roaming/PolarisOffice/ETemp/23844_12836840/image15.png"/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867535" y="2271395"/>
              <a:ext cx="4316730" cy="3478530"/>
            </a:xfrm>
            <a:prstGeom prst="rect"/>
            <a:noFill/>
          </p:spPr>
        </p:pic>
        <p:pic>
          <p:nvPicPr>
            <p:cNvPr id="50" name="그림 49" descr="C:/Users/KIMSEONGGYEOM/AppData/Roaming/PolarisOffice/ETemp/23844_12836840/image16.png"/>
            <p:cNvPicPr>
              <a:picLocks noChangeAspect="1"/>
            </p:cNvPicPr>
            <p:nvPr/>
          </p:nvPicPr>
          <p:blipFill rotWithShape="1"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859280" y="5730240"/>
              <a:ext cx="6450330" cy="3335655"/>
            </a:xfrm>
            <a:prstGeom prst="rect"/>
            <a:noFill/>
          </p:spPr>
        </p:pic>
      </p:grpSp>
      <p:pic>
        <p:nvPicPr>
          <p:cNvPr id="52" name="그림 51" descr="C:/Users/KIMSEONGGYEOM/AppData/Roaming/PolarisOffice/ETemp/23844_12836840/image1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87245" y="2792730"/>
            <a:ext cx="5447665" cy="58102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0" grpId="1" animBg="1"/>
      <p:bldP spid="30" grpId="2" animBg="1"/>
      <p:bldP spid="53" grpId="3" animBg="1"/>
      <p:bldP spid="53" grpId="4" animBg="1"/>
      <p:bldP spid="52" grpId="5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1"/>
          <p:cNvGrpSpPr>
            <a:grpSpLocks/>
          </p:cNvGrpSpPr>
          <p:nvPr/>
        </p:nvGrpSpPr>
        <p:grpSpPr>
          <a:xfrm rot="0">
            <a:off x="-1515745" y="-62865"/>
            <a:ext cx="20847050" cy="10456545"/>
            <a:chOff x="-1515745" y="-62865"/>
            <a:chExt cx="20847050" cy="10456545"/>
          </a:xfrm>
        </p:grpSpPr>
        <p:sp>
          <p:nvSpPr>
            <p:cNvPr id="12" name="도형 3"/>
            <p:cNvSpPr>
              <a:spLocks/>
            </p:cNvSpPr>
            <p:nvPr/>
          </p:nvSpPr>
          <p:spPr>
            <a:xfrm rot="0">
              <a:off x="-1515745" y="-62865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3" name="도형 4"/>
            <p:cNvSpPr>
              <a:spLocks/>
            </p:cNvSpPr>
            <p:nvPr/>
          </p:nvSpPr>
          <p:spPr>
            <a:xfrm rot="0">
              <a:off x="3700780" y="-62865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4" name="도형 5"/>
            <p:cNvSpPr>
              <a:spLocks/>
            </p:cNvSpPr>
            <p:nvPr/>
          </p:nvSpPr>
          <p:spPr>
            <a:xfrm rot="0">
              <a:off x="8896985" y="-62865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5" name="도형 6"/>
            <p:cNvSpPr>
              <a:spLocks/>
            </p:cNvSpPr>
            <p:nvPr/>
          </p:nvSpPr>
          <p:spPr>
            <a:xfrm rot="0">
              <a:off x="14093190" y="-62865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6" name="도형 7"/>
            <p:cNvSpPr>
              <a:spLocks/>
            </p:cNvSpPr>
            <p:nvPr/>
          </p:nvSpPr>
          <p:spPr>
            <a:xfrm rot="0">
              <a:off x="-1515745" y="5156200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7" name="도형 8"/>
            <p:cNvSpPr>
              <a:spLocks/>
            </p:cNvSpPr>
            <p:nvPr/>
          </p:nvSpPr>
          <p:spPr>
            <a:xfrm rot="0">
              <a:off x="3700780" y="5156200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8" name="도형 9"/>
            <p:cNvSpPr>
              <a:spLocks/>
            </p:cNvSpPr>
            <p:nvPr/>
          </p:nvSpPr>
          <p:spPr>
            <a:xfrm rot="0">
              <a:off x="8896985" y="5156200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19" name="도형 10"/>
            <p:cNvSpPr>
              <a:spLocks/>
            </p:cNvSpPr>
            <p:nvPr/>
          </p:nvSpPr>
          <p:spPr>
            <a:xfrm rot="0">
              <a:off x="14093190" y="5156200"/>
              <a:ext cx="5237480" cy="5237480"/>
            </a:xfrm>
            <a:custGeom>
              <a:gdLst>
                <a:gd fmla="*/ 0 w 6982744" name="TX0"/>
                <a:gd fmla="*/ 0 h 6982744" name="TY0"/>
                <a:gd fmla="*/ 6982743 w 6982744" name="TX1"/>
                <a:gd fmla="*/ 0 h 6982744" name="TY1"/>
                <a:gd fmla="*/ 6982743 w 6982744" name="TX2"/>
                <a:gd fmla="*/ 6982743 h 6982744" name="TY2"/>
                <a:gd fmla="*/ 0 w 6982744" name="TX3"/>
                <a:gd fmla="*/ 6982743 h 6982744" name="TY3"/>
                <a:gd fmla="*/ 0 w 6982744" name="TX4"/>
                <a:gd fmla="*/ 0 h 6982744" name="TY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</a:cxnLst>
              <a:rect l="l" t="t" r="r" b="b"/>
              <a:pathLst>
                <a:path w="6982744" h="6982744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 cstate="print">
                <a:alphaModFix amt="6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91440" tIns="45720" rIns="91440" bIns="45720" numCol="1" vert="horz" anchor="t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20" name="그룹 18"/>
          <p:cNvGrpSpPr>
            <a:grpSpLocks/>
          </p:cNvGrpSpPr>
          <p:nvPr/>
        </p:nvGrpSpPr>
        <p:grpSpPr>
          <a:xfrm rot="0">
            <a:off x="980440" y="838835"/>
            <a:ext cx="16327120" cy="8682355"/>
            <a:chOff x="980440" y="838835"/>
            <a:chExt cx="16327120" cy="8682355"/>
          </a:xfrm>
        </p:grpSpPr>
        <p:grpSp>
          <p:nvGrpSpPr>
            <p:cNvPr id="21" name="그룹 14"/>
            <p:cNvGrpSpPr>
              <a:grpSpLocks/>
            </p:cNvGrpSpPr>
            <p:nvPr/>
          </p:nvGrpSpPr>
          <p:grpSpPr>
            <a:xfrm rot="0">
              <a:off x="1076960" y="948690"/>
              <a:ext cx="16231235" cy="8571865"/>
              <a:chOff x="1076960" y="948690"/>
              <a:chExt cx="16231235" cy="8571865"/>
            </a:xfrm>
          </p:grpSpPr>
          <p:sp>
            <p:nvSpPr>
              <p:cNvPr id="22" name="도형 12"/>
              <p:cNvSpPr>
                <a:spLocks/>
              </p:cNvSpPr>
              <p:nvPr/>
            </p:nvSpPr>
            <p:spPr>
              <a:xfrm rot="0">
                <a:off x="1076960" y="948690"/>
                <a:ext cx="16231235" cy="8571865"/>
              </a:xfrm>
              <a:custGeom>
                <a:gdLst>
                  <a:gd fmla="*/ 0 w 4274727" name="TX0"/>
                  <a:gd fmla="*/ 0 h 2257512" name="TY0"/>
                  <a:gd fmla="*/ 4274726 w 4274727" name="TX1"/>
                  <a:gd fmla="*/ 0 h 2257512" name="TY1"/>
                  <a:gd fmla="*/ 4274726 w 4274727" name="TX2"/>
                  <a:gd fmla="*/ 2257511 h 2257512" name="TY2"/>
                  <a:gd fmla="*/ 0 w 4274727" name="TX3"/>
                  <a:gd fmla="*/ 2257511 h 2257512" name="TY3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</a:cxnLst>
                <a:rect l="l" t="t" r="r" b="b"/>
                <a:pathLst>
                  <a:path w="4274727" h="2257512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  <a:prstDash/>
              </a:ln>
            </p:spPr>
            <p:txBody>
              <a:bodyPr wrap="square" lIns="91440" tIns="45720" rIns="91440" bIns="45720" numCol="1" vert="horz" anchor="t">
                <a:noAutofit/>
              </a:bodyPr>
              <a:lstStyle/>
              <a:p>
                <a:pPr marL="0" indent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23" name="텍스트 상자 13"/>
              <p:cNvSpPr txBox="1">
                <a:spLocks/>
              </p:cNvSpPr>
              <p:nvPr/>
            </p:nvSpPr>
            <p:spPr>
              <a:xfrm rot="0">
                <a:off x="1076960" y="768350"/>
                <a:ext cx="16231235" cy="8752840"/>
              </a:xfrm>
              <a:prstGeom prst="rect"/>
            </p:spPr>
            <p:txBody>
              <a:bodyPr wrap="square" lIns="50800" tIns="50800" rIns="50800" bIns="50800" numCol="1" vert="horz" anchor="ctr">
                <a:noAutofit/>
              </a:bodyPr>
              <a:lstStyle/>
              <a:p>
                <a:pPr marL="0" indent="0" algn="ctr">
                  <a:lnSpc>
                    <a:spcPts val="3079"/>
                  </a:lnSpc>
                  <a:buFontTx/>
                  <a:buNone/>
                </a:pPr>
                <a:endParaRPr lang="ko-KR" altLang="en-US"/>
              </a:p>
            </p:txBody>
          </p:sp>
        </p:grpSp>
        <p:grpSp>
          <p:nvGrpSpPr>
            <p:cNvPr id="24" name="그룹 17"/>
            <p:cNvGrpSpPr>
              <a:grpSpLocks/>
            </p:cNvGrpSpPr>
            <p:nvPr/>
          </p:nvGrpSpPr>
          <p:grpSpPr>
            <a:xfrm rot="0">
              <a:off x="980440" y="838835"/>
              <a:ext cx="16231235" cy="8571865"/>
              <a:chOff x="980440" y="838835"/>
              <a:chExt cx="16231235" cy="8571865"/>
            </a:xfrm>
          </p:grpSpPr>
          <p:sp>
            <p:nvSpPr>
              <p:cNvPr id="25" name="도형 15"/>
              <p:cNvSpPr>
                <a:spLocks/>
              </p:cNvSpPr>
              <p:nvPr/>
            </p:nvSpPr>
            <p:spPr>
              <a:xfrm rot="0">
                <a:off x="980440" y="838835"/>
                <a:ext cx="16231235" cy="8571865"/>
              </a:xfrm>
              <a:custGeom>
                <a:gdLst>
                  <a:gd fmla="*/ 0 w 4274727" name="TX0"/>
                  <a:gd fmla="*/ 0 h 2257512" name="TY0"/>
                  <a:gd fmla="*/ 4274726 w 4274727" name="TX1"/>
                  <a:gd fmla="*/ 0 h 2257512" name="TY1"/>
                  <a:gd fmla="*/ 4274726 w 4274727" name="TX2"/>
                  <a:gd fmla="*/ 2257511 h 2257512" name="TY2"/>
                  <a:gd fmla="*/ 0 w 4274727" name="TX3"/>
                  <a:gd fmla="*/ 2257511 h 2257512" name="TY3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</a:cxnLst>
                <a:rect l="l" t="t" r="r" b="b"/>
                <a:pathLst>
                  <a:path w="4274727" h="2257512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658C6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t">
                <a:noAutofit/>
              </a:bodyPr>
              <a:lstStyle/>
              <a:p>
                <a:pPr marL="0" indent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26" name="텍스트 상자 16"/>
              <p:cNvSpPr txBox="1">
                <a:spLocks/>
              </p:cNvSpPr>
              <p:nvPr/>
            </p:nvSpPr>
            <p:spPr>
              <a:xfrm rot="0">
                <a:off x="980440" y="657860"/>
                <a:ext cx="16231235" cy="8752840"/>
              </a:xfrm>
              <a:prstGeom prst="rect"/>
            </p:spPr>
            <p:txBody>
              <a:bodyPr wrap="square" lIns="50800" tIns="50800" rIns="50800" bIns="50800" numCol="1" vert="horz" anchor="ctr">
                <a:noAutofit/>
              </a:bodyPr>
              <a:lstStyle/>
              <a:p>
                <a:pPr marL="0" indent="0" algn="ctr">
                  <a:lnSpc>
                    <a:spcPts val="3079"/>
                  </a:lnSpc>
                  <a:buFontTx/>
                  <a:buNone/>
                </a:pPr>
                <a:endParaRPr lang="ko-KR" altLang="en-US"/>
              </a:p>
            </p:txBody>
          </p:sp>
        </p:grpSp>
      </p:grpSp>
      <p:sp>
        <p:nvSpPr>
          <p:cNvPr id="27" name="텍스트 상자 19"/>
          <p:cNvSpPr txBox="1">
            <a:spLocks/>
          </p:cNvSpPr>
          <p:nvPr/>
        </p:nvSpPr>
        <p:spPr>
          <a:xfrm rot="0">
            <a:off x="6854190" y="4159250"/>
            <a:ext cx="8119745" cy="124460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9799"/>
              </a:lnSpc>
              <a:buFontTx/>
              <a:buNone/>
            </a:pPr>
            <a:r>
              <a:rPr lang="ko-KR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완성도 및 </a:t>
            </a:r>
            <a:r>
              <a:rPr lang="ko-KR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시</a:t>
            </a:r>
            <a:r>
              <a:rPr lang="ko-KR" sz="6995">
                <a:solidFill>
                  <a:srgbClr val="485849"/>
                </a:solidFill>
                <a:latin typeface="Tlab 레트로라이프" charset="0"/>
                <a:ea typeface="Tlab 레트로라이프" charset="0"/>
                <a:cs typeface="Tlab 레트로라이프" charset="0"/>
              </a:rPr>
              <a:t>연</a:t>
            </a:r>
            <a:endParaRPr lang="ko-KR" altLang="en-US" sz="6995">
              <a:solidFill>
                <a:srgbClr val="485849"/>
              </a:solidFill>
              <a:latin typeface="Tlab 레트로라이프" charset="0"/>
              <a:ea typeface="Tlab 레트로라이프" charset="0"/>
              <a:cs typeface="Tlab 레트로라이프" charset="0"/>
            </a:endParaRPr>
          </a:p>
        </p:txBody>
      </p:sp>
      <p:sp>
        <p:nvSpPr>
          <p:cNvPr id="28" name="텍스트 상자 20"/>
          <p:cNvSpPr txBox="1">
            <a:spLocks/>
          </p:cNvSpPr>
          <p:nvPr/>
        </p:nvSpPr>
        <p:spPr>
          <a:xfrm rot="0">
            <a:off x="4436745" y="3736975"/>
            <a:ext cx="2048510" cy="184086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14491"/>
              </a:lnSpc>
              <a:buFontTx/>
              <a:buNone/>
            </a:pPr>
            <a:r>
              <a:rPr lang="en-US" sz="10350" b="1">
                <a:solidFill>
                  <a:srgbClr val="8CB791">
                    <a:alpha val="73005"/>
                  </a:srgbClr>
                </a:solidFill>
                <a:latin typeface="Tlab 레트로라이프 Bold" charset="0"/>
                <a:ea typeface="Tlab 레트로라이프 Bold" charset="0"/>
                <a:cs typeface="Tlab 레트로라이프 Bold" charset="0"/>
              </a:rPr>
              <a:t>0</a:t>
            </a:r>
            <a:r>
              <a:rPr lang="ko-KR" sz="10350" b="1">
                <a:solidFill>
                  <a:srgbClr val="8CB791">
                    <a:alpha val="73005"/>
                  </a:srgbClr>
                </a:solidFill>
                <a:latin typeface="Tlab 레트로라이프 Bold" charset="0"/>
                <a:ea typeface="Tlab 레트로라이프 Bold" charset="0"/>
                <a:cs typeface="Tlab 레트로라이프 Bold" charset="0"/>
              </a:rPr>
              <a:t>5</a:t>
            </a:r>
            <a:endParaRPr lang="ko-KR" altLang="en-US" sz="10350" b="1">
              <a:solidFill>
                <a:srgbClr val="8CB791">
                  <a:alpha val="73005"/>
                </a:srgbClr>
              </a:solidFill>
              <a:latin typeface="Tlab 레트로라이프 Bold" charset="0"/>
              <a:ea typeface="Tlab 레트로라이프 Bold" charset="0"/>
              <a:cs typeface="Tlab 레트로라이프 Bold" charset="0"/>
            </a:endParaRPr>
          </a:p>
        </p:txBody>
      </p:sp>
      <p:sp>
        <p:nvSpPr>
          <p:cNvPr id="29" name="텍스트 상자 21"/>
          <p:cNvSpPr txBox="1">
            <a:spLocks/>
          </p:cNvSpPr>
          <p:nvPr/>
        </p:nvSpPr>
        <p:spPr>
          <a:xfrm rot="0">
            <a:off x="7150100" y="5407025"/>
            <a:ext cx="636841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ㄴ</a:t>
            </a:r>
            <a:r>
              <a:rPr lang="ko-KR" sz="1800">
                <a:latin typeface="맑은 고딕" charset="0"/>
                <a:ea typeface="맑은 고딕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hlink"/>
                    </a:ext>
                  </a:extLst>
                </a:hlinkClick>
              </a:rPr>
              <a:t>http://travelsite.dothome.co.kr/index.html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7378252" y="5798541"/>
            <a:ext cx="3531496" cy="1508912"/>
          </a:xfrm>
          <a:custGeom>
            <a:avLst/>
            <a:gdLst/>
            <a:ahLst/>
            <a:cxnLst/>
            <a:rect l="l" t="t" r="r" b="b"/>
            <a:pathLst>
              <a:path w="3531496" h="1508912">
                <a:moveTo>
                  <a:pt x="0" y="0"/>
                </a:moveTo>
                <a:lnTo>
                  <a:pt x="3531496" y="0"/>
                </a:lnTo>
                <a:lnTo>
                  <a:pt x="3531496" y="1508912"/>
                </a:lnTo>
                <a:lnTo>
                  <a:pt x="0" y="150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5673298" y="3808171"/>
            <a:ext cx="6941403" cy="155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1"/>
              </a:lnSpc>
            </a:pPr>
            <a:r>
              <a:rPr lang="en-US" sz="910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8F3EC1344EAE349BFE7D82125B18266" ma:contentTypeVersion="7" ma:contentTypeDescription="새 문서를 만듭니다." ma:contentTypeScope="" ma:versionID="970d73912404087b6349fbba2df88ba6">
  <xsd:schema xmlns:xsd="http://www.w3.org/2001/XMLSchema" xmlns:xs="http://www.w3.org/2001/XMLSchema" xmlns:p="http://schemas.microsoft.com/office/2006/metadata/properties" xmlns:ns3="4478f80c-e40c-4d60-af65-2a52bf279489" targetNamespace="http://schemas.microsoft.com/office/2006/metadata/properties" ma:root="true" ma:fieldsID="48df587e89d6f03aa17ff9238841597d" ns3:_="">
    <xsd:import namespace="4478f80c-e40c-4d60-af65-2a52bf2794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8f80c-e40c-4d60-af65-2a52bf2794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DD1756-6C9D-4D84-BC37-835F079185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D55DC7-6847-449D-A59B-A0924E3259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78f80c-e40c-4d60-af65-2a52bf2794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BF26D5-0663-45B1-A74F-1BA779FF4650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4478f80c-e40c-4d60-af65-2a52bf27948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50</Paragraphs>
  <Words>224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김성겸</dc:creator>
  <cp:lastModifiedBy>김성겸</cp:lastModifiedBy>
  <cp:version>10.105.277.55893</cp:version>
  <dcterms:modified xsi:type="dcterms:W3CDTF">2025-06-09T10:59:23Z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0x01010018F3EC1344EAE349BFE7D82125B18266</vt:lpwstr>
  </property>
</Properties>
</file>